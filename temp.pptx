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校园二手交易平台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920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spc="400" kern="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Second-Hand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面向江西省38所高校的闲置资源流转平台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0" y="3108960"/>
            <a:ext cx="27432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29184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南昌师范学院 · 数学与信息科学学院 · 24数据科学与大数据技术本科班</a:t>
            </a:r>
            <a:endParaRPr lang="en-US" sz="13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3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队长：杨婷    队员：曾富  阳汩清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指导老师：梅能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联系方式：3237671249@qq.com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188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现状分析 · 痛点调研 · 需求验证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6916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架构设计 · 技术选型 · AI集成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1945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功能实现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 · 安全机制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6974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项目创新点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AI推荐 · 38校生态 · 轻量架构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2004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32004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应用与推广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社会价值 · 推广路径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7033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7033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全流程功能展示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42062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42062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迭代方向 · 发展规划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B579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9144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现状分析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江西省高校在校生超120万人，毕业季产生大量闲置物品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新生入学二手需求旺盛，现有主流平台缺乏校园场景支持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1737360" cy="20116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有需求但缺渠道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0" y="2286000"/>
            <a:ext cx="1737360" cy="20116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23774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743200" y="32918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担心校外安全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2286000"/>
            <a:ext cx="1737360" cy="20116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3774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754880" y="32918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认为运费过高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66560" y="2286000"/>
            <a:ext cx="1737360" cy="20116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23774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766560" y="32918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希望同校交易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434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需求总结：搭建面向38所高校的同校认证、校内流转、面对面交易的校园专属二手交易平台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B579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9144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1188720" cy="54864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058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用户端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03120" y="10058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18 + Tailwind CSS + React Router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1188720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373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3120" y="17373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Nginx反向代理（端口5000 → /api/ → 后端）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468880"/>
            <a:ext cx="118872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4688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后端服务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24688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Node.js + Express 4（JWT认证 · bcryptjs加密 · 购物车 · 推荐系统）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200400"/>
            <a:ext cx="1188720" cy="5486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2004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3200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MongoDB 7.0（Docker容器化 · Decimal128精确价格存储）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1188720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9319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AI引擎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03120" y="39319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通义千问 Qwen-plus 大模型（描述生成 · 智能推荐 · 分类推荐）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部署：2核2G云服务器 · Docker Compose三容器 · http://freevian.top:5000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B579A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9144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3657600" cy="9144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18872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45920" y="1143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用户系统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45920" y="1508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JWT认证 + bcryptjs加密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3657600" cy="9144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0" y="118872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0" y="1143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商品管理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760720" y="1508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发布/编辑 + AI辅助描述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148840"/>
            <a:ext cx="3657600" cy="9144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233172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4592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商品列表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45920" y="2651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38校$regex模糊搜索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148840"/>
            <a:ext cx="3657600" cy="9144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0" y="233172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6072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商品详情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760720" y="2651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原子操作防超卖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3291840"/>
            <a:ext cx="3657600" cy="9144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5" name="Shape 23"/>
          <p:cNvSpPr/>
          <p:nvPr/>
        </p:nvSpPr>
        <p:spPr>
          <a:xfrm>
            <a:off x="914400" y="347472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645920" y="3429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购物车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645920" y="3794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批量原子结算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291840"/>
            <a:ext cx="3657600" cy="9144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0" y="347472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760720" y="3429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智能推荐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760720" y="3794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AI推理标签+五级漏斗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1520" y="4434840"/>
            <a:ext cx="3657600" cy="9144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5" name="Shape 33"/>
          <p:cNvSpPr/>
          <p:nvPr/>
        </p:nvSpPr>
        <p:spPr>
          <a:xfrm>
            <a:off x="914400" y="461772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4617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645920" y="4572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个人中心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645920" y="4937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发布/购买/购物车管理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B579A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AI五级漏斗推荐引擎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9144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通义千问 Qwen-plus 大模型驱动，五级漏斗精准匹配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82296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第1级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7360" y="13716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同类目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26080" y="1371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当前商品同分类最新商品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1828800"/>
            <a:ext cx="18288" cy="1828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011680"/>
            <a:ext cx="822960" cy="4572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116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第2级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37360" y="20116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608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同学校其他在售商品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97280" y="2468880"/>
            <a:ext cx="18288" cy="1828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2651760"/>
            <a:ext cx="822960" cy="4572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6517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第3级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37360" y="2651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同卖家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926080" y="2651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同一卖家其他商品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97280" y="3108960"/>
            <a:ext cx="18288" cy="1828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291840"/>
            <a:ext cx="822960" cy="4572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2918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第4级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37360" y="32918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同偏好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926080" y="3291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同校用户发布的商品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97280" y="3749040"/>
            <a:ext cx="18288" cy="1828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3931920"/>
            <a:ext cx="822960" cy="4572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9319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第5级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737360" y="3931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兜底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926080" y="3931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最新上架商品填补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" y="4480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每个推荐结果附带AI推理标签（如“同类商品AI智能匹配”），黑盒转化为可理解对话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B579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项目创新点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9144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3657600" cy="14630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88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AI智能推荐系统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874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通义千问大模型 + 五级漏斗 + AI推理标签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3657600" cy="14630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188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120640" y="1554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38校校园专属生态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1874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模糊搜索 + 三级联动地址 + 学号手机双认证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743200"/>
            <a:ext cx="3657600" cy="14630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926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3291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轻量级全栈架构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611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2核2G服务器稳定运行 · Docker三容器一键部署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743200"/>
            <a:ext cx="3657600" cy="14630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2926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120640" y="3291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完整电商闭环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20640" y="3611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发布→搜索→推荐→购物车→购买→交易记录全链路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B579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应用与推广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9144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2560320" cy="14630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05840"/>
            <a:ext cx="25603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43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社会价值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5087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促进校园资源循环利用，减少毕业季闲置浪费，助力绿色校园建设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66160" y="1005840"/>
            <a:ext cx="2560320" cy="14630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9" name="Shape 7"/>
          <p:cNvSpPr/>
          <p:nvPr/>
        </p:nvSpPr>
        <p:spPr>
          <a:xfrm>
            <a:off x="3566160" y="1005840"/>
            <a:ext cx="25603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1143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经济价值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49040" y="15087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为学生节省30%-50%购物成本，缓解在校生经济压力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005840"/>
            <a:ext cx="2560320" cy="14630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0" y="1005840"/>
            <a:ext cx="25603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143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安全价值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83680" y="15087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同校实名认证，交易可追溯，从根本上杜绝匿名欺诈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651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推广路径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3108960"/>
            <a:ext cx="2560320" cy="11887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200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103120" y="3246120"/>
            <a:ext cx="73152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2103120" y="32461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36118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本校试点 · 功能验证 · 用户反馈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66160" y="3108960"/>
            <a:ext cx="2560320" cy="11887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3" name="Text 21"/>
          <p:cNvSpPr/>
          <p:nvPr/>
        </p:nvSpPr>
        <p:spPr>
          <a:xfrm>
            <a:off x="3749040" y="3200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937760" y="3246120"/>
            <a:ext cx="731520" cy="274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32461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749040" y="36118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南昌高校 · 联合运营 · 数据优化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0" y="3108960"/>
            <a:ext cx="2560320" cy="11887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3200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阶段三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772400" y="3246120"/>
            <a:ext cx="731520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0" y="32461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规划中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0" y="36118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全省覆盖 · 品牌建立 · 商业模式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B579A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现场演示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http://freevian.top:5000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6304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0" y="1371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75564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63040" y="17556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0" y="17556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13969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63040" y="213969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0" y="213969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52374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63040" y="252374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252374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90779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63040" y="29077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29077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2918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6304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89120" y="3291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367588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463040" y="36758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89120" y="36758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405993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63040" y="405993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89120" y="405993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444398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463040" y="444398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389120" y="444398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感谢各位评委老师的聆听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欢迎提问与指导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0" y="2468880"/>
            <a:ext cx="1828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南昌师范学院 · 数学与信息科学学院 · 24数据科学与大数据技术本科班</a:t>
            </a:r>
            <a:endParaRPr lang="en-US" sz="13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3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队长：杨婷    队员：曾富  阳汩清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指导老师：梅能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联系方式：3237671249@qq.com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校园二手交易平台</dc:title>
  <dc:subject>PptxGenJS Presentation</dc:subject>
  <dc:creator>南昌师范学院</dc:creator>
  <cp:lastModifiedBy>南昌师范学院</cp:lastModifiedBy>
  <cp:revision>1</cp:revision>
  <dcterms:created xsi:type="dcterms:W3CDTF">2026-05-23T13:27:42Z</dcterms:created>
  <dcterms:modified xsi:type="dcterms:W3CDTF">2026-05-23T13:27:42Z</dcterms:modified>
</cp:coreProperties>
</file>